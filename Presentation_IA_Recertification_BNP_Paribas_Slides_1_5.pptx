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corporate_presentation_slide_wide_lands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urquoi_ce_projet_existe_t_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utomated_document_intelligence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érimètre_testé_du_prototype_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np_paribas_démonstration_d_extraction_docume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